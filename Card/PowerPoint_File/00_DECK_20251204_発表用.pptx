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06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0776FC23-1560-A1D3-B367-B396F3FE69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691" y="-1"/>
            <a:ext cx="3666309" cy="419817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</Words>
  <Application>Microsoft Office PowerPoint</Application>
  <PresentationFormat>ワイド画面</PresentationFormat>
  <Paragraphs>20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目次</dc:title>
  <dc:subject>PptxGenJS Presentation</dc:subject>
  <dc:creator>Created by Marp</dc:creator>
  <cp:lastModifiedBy>Shizuku Otsuka</cp:lastModifiedBy>
  <cp:revision>3</cp:revision>
  <dcterms:created xsi:type="dcterms:W3CDTF">2025-12-03T23:58:01Z</dcterms:created>
  <dcterms:modified xsi:type="dcterms:W3CDTF">2025-12-04T00:14:26Z</dcterms:modified>
</cp:coreProperties>
</file>